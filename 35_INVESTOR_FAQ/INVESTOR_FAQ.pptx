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GOTOSOCIAL | Category: CONSUMER_ELECTRONICS</a:t>
            </a:r>
          </a:p>
          <a:p>
            <a:r>
              <a:rPr sz="1400"/>
              <a:t>Upstream: https://github.com/superseriousbusiness/gotosocial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GOTOSOCIAL.</a:t>
            </a:r>
          </a:p>
          <a:p>
            <a:r>
              <a:rPr sz="1400"/>
              <a:t>(swap) Use: github.com/revoxhere/duino-coin — IoT coin for ESP8266 devices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GOTOSOCIAL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